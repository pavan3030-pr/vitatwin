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 CHALLENGE 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Living Digital Health Twin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828800" cy="45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3017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Cardiometabolic risk · Explainable models · Synthetic data only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Reimagining &amp; Reforming Healthcare in India Summit 2026 · Happiest Health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CH. Pavan Sai  ·  CMR Technical Campus, Hyderabad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 care in a rising cardiometabolic burden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India’s burden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1737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Hypertension, type 2 diabetes and early CVD are growing fast; care still reacts after events.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9204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 siloed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92040" y="1737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 and EHR exist, but are rarely fused into one living, trusted patient model.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3063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Black-box risk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3474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 without explanation erode trust for patients and clinicians alike.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283464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92040" y="3063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barrier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92040" y="3474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PHI is hard to use in student / early PoCs — synthetic-first is the safe path.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SOLUTION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living, explainable digital health twin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1051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01752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streams + EHR snapshot → one twin state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1752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CVD 10-yr, diabetes progression, acute stress — with factor contributions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9728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01752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Prioritised alerts in plain language + recommended action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01752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+ clinician views; what-if interventions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HEALTHCARE USE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serves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10515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65760" y="1051560"/>
            <a:ext cx="109728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1234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/ care-seeker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Adults 25–65 at risk of diabetes, hypertension or early CVD. Clear risk signals and daily guidance.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1945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65760" y="2194560"/>
            <a:ext cx="109728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2377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 / care team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2697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Doctors and educators who need a living, explainable patient model they can trust.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3375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65760" y="3337560"/>
            <a:ext cx="109728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twin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synthetic Indian personas. Lead twin: Rajesh, 54, Hyderabad — hypertension, T2DM and raised LDL.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182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STACK &amp; AI / RISK MODELS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389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engineering, explainable risk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" y="91440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STACK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Next.js 15 (App Router) + TypeScript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Tailwind CSS — light theme only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240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Supabase (Postgres + Auth + RLS)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2651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Recharts + custom twin SVG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063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Vitest + Playwright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474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Vercel deploy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84632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RISK MODELS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10-yr CVD — Framingham 2008, South-Asian ×1.4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Diabetes — IDRS + HbA1c vs ADA targets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2240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Acute stress — HR/HRV, sleep, air quality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651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Server-side computation only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063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What-if re-runs the same models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474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Not a medical device / not a diagnosis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never holds secrets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2161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(Next.js + Tailwind light)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554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Landing, login, dashboard, vitals, insights, timeline, clinician, import, validation, account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23134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 / twin engine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· risk models · alerts · recommendations · what-if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4107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3749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generators (offline demo) + Supabase Postgres + Auth + RLS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OUTCOMES &amp; DEMO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jury can verify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188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twin journey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→ demo twin → dashboard → vitals → insights → import → clinician → validation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46320" y="1188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risk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5087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score shows contributing factors — no black box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2377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What-if simulator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sleep / activity / adherence and see risk deltas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219456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46320" y="2377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baseline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269748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auth, shared rate limits, CSP/HSTS headers, scrubbed error tracking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338328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38862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unit + 21 e2e tests, CI, CodeQL, Lighthouse 99–100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338328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4632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stance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8862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 only — clear banners throughout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— living, explainable, synthetic-first digital health twin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Repo: github.com/Pavan3030-pr/VitaTwin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vita-twin-ten.vercel.app  ·  License: MIT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patient data is synthetic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VitaTwin — Digital Twin Challenge 2026</dc:title>
  <dc:subject>PptxGenJS Presentation</dc:subject>
  <dc:creator>VitaTwin Team</dc:creator>
  <cp:lastModifiedBy>VitaTwin Team</cp:lastModifiedBy>
  <cp:revision>1</cp:revision>
  <dcterms:created xsi:type="dcterms:W3CDTF">2026-10-19T03:32:35Z</dcterms:created>
  <dcterms:modified xsi:type="dcterms:W3CDTF">2026-10-19T03:32:35Z</dcterms:modified>
</cp:coreProperties>
</file>