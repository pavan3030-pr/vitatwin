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TWIN CHALLENGE 2026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40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Living Digital Health Twin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788920"/>
            <a:ext cx="18288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0175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Cardiometabolic risk · Explainable models · Synthetic data only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Reimagining &amp; Reforming Healthcare in India Summit 2026 · Happiest Health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114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[YOUR TEAM NAME]  ·  [College / Incubator]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 ·  Digital Twin Challenge 2026  ·  Synthetic data only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Reactive care in a rising cardiometabolic burden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40233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India’s burden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94360" y="1737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Hypertension, type 2 diabetes and early CVD are growing fast; care still reacts after events.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is siloed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92040" y="17373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Wearables and EHR exist, but are rarely fused into one living, trusted patient model.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40233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063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Black-box risk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94360" y="34747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Scores without explanation erode trust for patients and clinicians alike.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2834640"/>
            <a:ext cx="402336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92040" y="3063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barrier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92040" y="347472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PHI is hard to use in student / early PoCs — synthetic-first is the safe path.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 ·  Digital Twin Challenge 2026  ·  Synthetic data only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SOLUTION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living, explainable digital health twin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1051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017520" y="1097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Wearable streams + EHR snapshot → one twin state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19202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017520" y="19659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CVD 10-yr, diabetes progression, acute stress — with factor contributions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2788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97280" y="2788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017520" y="2834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Prioritised alerts in plain language + recommended action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97280" y="36576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017520" y="3703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+ clinician views; what-if interventions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 ·  Digital Twin Challenge 2026  ·  Synthetic data only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HEALTHCARE USE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serves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" y="105156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51560"/>
            <a:ext cx="109728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234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/ care-seeker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1554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Adults 25–65 at risk of diabetes, hypertension or early CVD. Clear risk signals and daily guidance.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219456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2194560"/>
            <a:ext cx="109728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377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Clinician / care team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31520" y="2697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Doctors and educators who need a living, explainable patient model they can trust.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65760" y="333756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3337560"/>
            <a:ext cx="109728" cy="100584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twin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52-year-old Indian adult with hypertension, T2DM and hyperlipidaemia — aligned to national burden.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 ·  Digital Twin Challenge 2026  ·  Synthetic data only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1828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STACK &amp; AI / RISK MODELS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4389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engineering, explainable risk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0040" y="91440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STACK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Next.js 15 (App Router) + TypeScript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292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Tailwind CSS — light theme only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2240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Supabase (Postgres + Auth + RLS)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2651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Recharts + custom twin SVG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063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Vitest + Playwright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3474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Vercel deploy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4114800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1051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RISK MODELS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46320" y="1417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10-yr CVD — factor-weighted, explainable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18288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Diabetes progression — HbA1c + lifestyle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22402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Acute cardiac stress — HR/HRV + sleep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6517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Server-side computation only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46320" y="30632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What-if re-runs same validated models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34747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Not a medical device / not a diagnosis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 ·  Digital Twin Challenge 2026  ·  Synthetic data only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ARCHITECTURE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never holds secrets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2161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(Next.js + Tailwind light)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15544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Landing, login, dashboard, vitals, insights, clinician, timeline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14884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134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actions / twin engine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26517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Fusion · risk models · alerts · recommendations · what-if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4107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layer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3749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generators (offline demo) + Supabase Postgres + Auth + RLS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919472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 ·  Digital Twin Challenge 2026  ·  Synthetic data only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772400" y="4919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65760" y="2286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OUTCOMES &amp; DEMO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5029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jury can verify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88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twin journey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 → demo twin → dashboard → vitals → insights → clinician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88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risk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50876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score shows contributing factors — no black box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65760" y="219456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377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What-if simulator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269748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sleep / activity / adherence and see risk deltas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63440" y="219456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2377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baseline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269748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RLS-ready auth, rate limit, CSP/HSTS headers, scrubbed errors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65760" y="338328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35661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gates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38862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unit tests, typecheck, lint, production build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3383280"/>
            <a:ext cx="4069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35661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 stance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8862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data only — clear banners throughout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VitaTwin — living, explainable, synthetic-first digital health twin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1089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Repo: github.com/Pavan3030-pr/VitaTwin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Branch: feat/jury-upgrade  ·  License: MIT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patient data is synthetic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VitaTwin — Digital Twin Challenge 2026</dc:title>
  <dc:subject>PptxGenJS Presentation</dc:subject>
  <dc:creator>VitaTwin Team</dc:creator>
  <cp:lastModifiedBy>VitaTwin Team</cp:lastModifiedBy>
  <cp:revision>1</cp:revision>
  <dcterms:created xsi:type="dcterms:W3CDTF">2026-10-19T03:32:35Z</dcterms:created>
  <dcterms:modified xsi:type="dcterms:W3CDTF">2026-10-19T03:32:35Z</dcterms:modified>
</cp:coreProperties>
</file>